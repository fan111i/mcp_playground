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5E0D01-7188-467B-9D20-8A52F05D71B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D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D389F1-6A85-4295-BF93-9D949BC93891}" type="slidenum">
              <a:rPr b="0" lang="en-ID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05582A-1217-493F-BBCA-85C9039B28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1277B4-407E-44A9-84BD-BB78BDC5B30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C4C39A-CEE3-4374-91B0-AF294AC2EA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807367-74D3-406C-A023-484C1C6D6A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15B65B-936E-4DF8-934C-7B1DFA97D4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3F1140-66FD-42CB-B588-DFDDE7FFB6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FDC0EA-5A75-45E5-8D60-A9D573CEEA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E749C1-0498-4FD2-B513-E3F4170084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B87A0E-2934-49C0-B04F-670D6AB798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73BFA2-2709-49E9-A886-688F80AE13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F87CFB-2CC2-47B6-89C5-D0753D6B76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1"/>
          <p:cNvSpPr/>
          <p:nvPr/>
        </p:nvSpPr>
        <p:spPr>
          <a:xfrm>
            <a:off x="1003320" y="1634400"/>
            <a:ext cx="10184760" cy="4393080"/>
          </a:xfrm>
          <a:prstGeom prst="roundRect">
            <a:avLst>
              <a:gd name="adj" fmla="val 3484"/>
            </a:avLst>
          </a:prstGeom>
          <a:solidFill>
            <a:srgbClr val="0e2649">
              <a:alpha val="85000"/>
            </a:srgbClr>
          </a:solidFill>
          <a:ln>
            <a:noFill/>
          </a:ln>
          <a:effectLst>
            <a:outerShdw algn="t" blurRad="1270080" dir="7196434" dist="418351" rotWithShape="0" sx="96000" sy="9600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2120" y="510840"/>
            <a:ext cx="51228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pc="-198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M PLUS 1 Medium"/>
              </a:rPr>
              <a:t>Project Status </a:t>
            </a:r>
            <a:r>
              <a:rPr b="1" lang="en-US" sz="4000" spc="-198" strike="noStrike" u="none">
                <a:solidFill>
                  <a:schemeClr val="lt1"/>
                </a:solidFill>
                <a:effectLst/>
                <a:uFillTx/>
                <a:latin typeface="Instrument Sans SemiBold"/>
                <a:ea typeface="M PLUS 1 Medium"/>
              </a:rPr>
              <a:t>so far!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352520" y="1880640"/>
            <a:ext cx="2643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Achievements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1352520" y="2270160"/>
            <a:ext cx="2640240" cy="33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Setup basic calculator MCP server in local with basic mathematics operations, and c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onnect with csv file to demonstrate the database behavior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Read the redox api format and have a very simple version of mcp for it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Setup helloword in playwirte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Setup CI/CD for demo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132120" y="174960"/>
            <a:ext cx="35834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2">
                    <a:lumMod val="90000"/>
                  </a:schemeClr>
                </a:solidFill>
                <a:effectLst/>
                <a:uFillTx/>
                <a:latin typeface="Arial"/>
                <a:ea typeface="Arial"/>
              </a:rPr>
              <a:t>&lt;MCP project&gt; + &lt;17/11-23/11&gt;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1069051295" descr=""/>
          <p:cNvPicPr/>
          <p:nvPr/>
        </p:nvPicPr>
        <p:blipFill>
          <a:blip r:embed="rId1"/>
          <a:stretch/>
        </p:blipFill>
        <p:spPr>
          <a:xfrm>
            <a:off x="10847160" y="6417360"/>
            <a:ext cx="1243080" cy="35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7"/>
          <p:cNvSpPr/>
          <p:nvPr/>
        </p:nvSpPr>
        <p:spPr>
          <a:xfrm>
            <a:off x="4549680" y="1886040"/>
            <a:ext cx="2649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Challenges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7993800" y="1841040"/>
            <a:ext cx="265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Next Steps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4553640" y="2270160"/>
            <a:ext cx="264060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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No experience with PostgreSQL in Linux system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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A lot of confusions about MCP from online source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7845480" y="2270160"/>
            <a:ext cx="264096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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Register in Redox and try to do some domo without playwrite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Application>LibreOffice/25.2.6.2$Linux_X86_64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2025-11-19T11:26:23Z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</vt:i4>
  </property>
</Properties>
</file>