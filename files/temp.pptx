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D21D077-A606-44F3-8877-FA8753729EC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D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9C2B4A-EA1F-4BBB-AE19-876A672E7823}" type="slidenum">
              <a:rPr b="0" lang="en-ID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4AC84E-92B7-4667-93C4-886D8EA6BE7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C3B4A5-12B8-4B2D-BBD0-C4BFC92C41E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6C4DD9-6077-4BE5-B28E-B3DEAC9B5B3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D1988E-B94D-4B46-9734-7AA7BF542EA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E3B70F-C9AF-4597-8B28-F46FB76EE64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29014F-372B-40B8-87D6-DD4288B3F89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EBE6AD-1755-4172-8588-0CD852640B9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A4B3FC-7DD8-4961-A5F5-464F44BFC6F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83F22C-6F24-4384-AAF0-56467ECADF4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7474C5-2862-4D2D-B570-190CFF548BA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icon to add picture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4C41F1-F8DC-4DFC-AF27-9CDF05ECD29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0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: Rounded Corners 1"/>
          <p:cNvSpPr/>
          <p:nvPr/>
        </p:nvSpPr>
        <p:spPr>
          <a:xfrm>
            <a:off x="1003320" y="1634400"/>
            <a:ext cx="10185120" cy="4393440"/>
          </a:xfrm>
          <a:prstGeom prst="roundRect">
            <a:avLst>
              <a:gd name="adj" fmla="val 3484"/>
            </a:avLst>
          </a:prstGeom>
          <a:solidFill>
            <a:srgbClr val="0e2649">
              <a:alpha val="85000"/>
            </a:srgbClr>
          </a:solidFill>
          <a:ln>
            <a:noFill/>
          </a:ln>
          <a:effectLst>
            <a:outerShdw algn="t" blurRad="1270080" dir="7197520" dist="418843" rotWithShape="0" sx="96000" sy="9600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32120" y="510840"/>
            <a:ext cx="512316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4000" spc="-198" strike="noStrike" u="none">
                <a:solidFill>
                  <a:schemeClr val="accent1"/>
                </a:solidFill>
                <a:effectLst/>
                <a:uFillTx/>
                <a:latin typeface="Instrument Sans SemiBold"/>
                <a:ea typeface="M PLUS 1 Medium"/>
              </a:rPr>
              <a:t>Project Status </a:t>
            </a:r>
            <a:r>
              <a:rPr b="1" lang="en-US" sz="4000" spc="-198" strike="noStrike" u="none">
                <a:solidFill>
                  <a:schemeClr val="lt1"/>
                </a:solidFill>
                <a:effectLst/>
                <a:uFillTx/>
                <a:latin typeface="Instrument Sans SemiBold"/>
                <a:ea typeface="M PLUS 1 Medium"/>
              </a:rPr>
              <a:t>so far!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1352520" y="1880640"/>
            <a:ext cx="264384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  <a:spcBef>
                <a:spcPts val="1199"/>
              </a:spcBef>
            </a:pPr>
            <a:r>
              <a:rPr b="1" lang="en-US" sz="2400" strike="noStrike" u="none">
                <a:solidFill>
                  <a:schemeClr val="accent1"/>
                </a:solidFill>
                <a:effectLst/>
                <a:uFillTx/>
                <a:latin typeface="Instrument Sans SemiBold"/>
                <a:ea typeface="Open Sans SemiBold"/>
              </a:rPr>
              <a:t>Achievements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9"/>
          <p:cNvSpPr/>
          <p:nvPr/>
        </p:nvSpPr>
        <p:spPr>
          <a:xfrm>
            <a:off x="1352520" y="2270160"/>
            <a:ext cx="264060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39760" indent="-239760" defTabSz="914400">
              <a:lnSpc>
                <a:spcPct val="120000"/>
              </a:lnSpc>
              <a:spcBef>
                <a:spcPts val="1199"/>
              </a:spcBef>
              <a:buClr>
                <a:srgbClr val="ffffff"/>
              </a:buClr>
              <a:buFont typeface="Wingdings" charset="2"/>
              <a:buChar char="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Setup basic calculator MCP server in local with basic mathematics operations 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39760" indent="-239760" defTabSz="914400">
              <a:lnSpc>
                <a:spcPct val="120000"/>
              </a:lnSpc>
              <a:spcBef>
                <a:spcPts val="1199"/>
              </a:spcBef>
              <a:buClr>
                <a:srgbClr val="ffffff"/>
              </a:buClr>
              <a:buFont typeface="Wingdings" charset="2"/>
              <a:buChar char="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Connect MCP serve with csv file to demonstrate the database behavior 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132120" y="174960"/>
            <a:ext cx="358380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lt2">
                    <a:lumMod val="90000"/>
                  </a:schemeClr>
                </a:solidFill>
                <a:effectLst/>
                <a:uFillTx/>
                <a:latin typeface="Arial"/>
                <a:ea typeface="Arial"/>
              </a:rPr>
              <a:t>&lt;Project Title&gt; + &lt;Date&gt;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1069051295" descr=""/>
          <p:cNvPicPr/>
          <p:nvPr/>
        </p:nvPicPr>
        <p:blipFill>
          <a:blip r:embed="rId1"/>
          <a:stretch/>
        </p:blipFill>
        <p:spPr>
          <a:xfrm>
            <a:off x="10847160" y="6417360"/>
            <a:ext cx="1243440" cy="35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Box 7"/>
          <p:cNvSpPr/>
          <p:nvPr/>
        </p:nvSpPr>
        <p:spPr>
          <a:xfrm>
            <a:off x="4549680" y="1886040"/>
            <a:ext cx="264996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  <a:spcBef>
                <a:spcPts val="1199"/>
              </a:spcBef>
            </a:pPr>
            <a:r>
              <a:rPr b="1" lang="en-US" sz="2400" strike="noStrike" u="none">
                <a:solidFill>
                  <a:schemeClr val="accent1"/>
                </a:solidFill>
                <a:effectLst/>
                <a:uFillTx/>
                <a:latin typeface="Instrument Sans SemiBold"/>
                <a:ea typeface="Open Sans SemiBold"/>
              </a:rPr>
              <a:t>Challenges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7"/>
          <p:cNvSpPr/>
          <p:nvPr/>
        </p:nvSpPr>
        <p:spPr>
          <a:xfrm>
            <a:off x="7993800" y="1841040"/>
            <a:ext cx="265212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80000"/>
              </a:lnSpc>
              <a:spcBef>
                <a:spcPts val="1199"/>
              </a:spcBef>
            </a:pPr>
            <a:r>
              <a:rPr b="1" lang="en-US" sz="2400" strike="noStrike" u="none">
                <a:solidFill>
                  <a:schemeClr val="accent1"/>
                </a:solidFill>
                <a:effectLst/>
                <a:uFillTx/>
                <a:latin typeface="Instrument Sans SemiBold"/>
                <a:ea typeface="Open Sans SemiBold"/>
              </a:rPr>
              <a:t>Next Steps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4553640" y="2270160"/>
            <a:ext cx="2640960" cy="101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39760" indent="-239760" defTabSz="914400">
              <a:lnSpc>
                <a:spcPct val="120000"/>
              </a:lnSpc>
              <a:spcBef>
                <a:spcPts val="1199"/>
              </a:spcBef>
              <a:buClr>
                <a:srgbClr val="ffffff"/>
              </a:buClr>
              <a:buFont typeface="Wingdings" charset="2"/>
              <a:buChar char="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No experience with postgreSQL in linux system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39760" indent="-239760" defTabSz="914400">
              <a:lnSpc>
                <a:spcPct val="120000"/>
              </a:lnSpc>
              <a:spcBef>
                <a:spcPts val="1199"/>
              </a:spcBef>
              <a:buClr>
                <a:srgbClr val="ffffff"/>
              </a:buClr>
              <a:buFont typeface="Wingdings" charset="2"/>
              <a:buChar char="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9"/>
          <p:cNvSpPr/>
          <p:nvPr/>
        </p:nvSpPr>
        <p:spPr>
          <a:xfrm>
            <a:off x="7845480" y="2270160"/>
            <a:ext cx="2641320" cy="12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39760" indent="-239760" defTabSz="914400">
              <a:lnSpc>
                <a:spcPct val="120000"/>
              </a:lnSpc>
              <a:spcBef>
                <a:spcPts val="1199"/>
              </a:spcBef>
              <a:buClr>
                <a:srgbClr val="ffffff"/>
              </a:buClr>
              <a:buFont typeface="Wingdings" charset="2"/>
              <a:buChar char="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Lorem ipsum dolor sit amet.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39760" indent="-239760" defTabSz="914400">
              <a:lnSpc>
                <a:spcPct val="120000"/>
              </a:lnSpc>
              <a:spcBef>
                <a:spcPts val="1199"/>
              </a:spcBef>
              <a:buClr>
                <a:srgbClr val="ffffff"/>
              </a:buClr>
              <a:buFont typeface="Wingdings" charset="2"/>
              <a:buChar char="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Qui sint neque a velit modi quo numquam.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Application>LibreOffice/25.2.6.2$Linux_X86_64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2025-11-19T08:30:25Z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Widescreen</vt:lpwstr>
  </property>
  <property fmtid="{D5CDD505-2E9C-101B-9397-08002B2CF9AE}" pid="5" name="Slides">
    <vt:i4>1</vt:i4>
  </property>
</Properties>
</file>